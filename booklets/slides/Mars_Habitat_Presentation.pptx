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Mars Habitat Automation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9494B0"/>
                </a:solidFill>
                <a:latin typeface="Segoe UI"/>
              </a:defRPr>
            </a:pPr>
            <a:r>
              <a:t>Distributed Event-Driven System for Habitat Monitoring &amp;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023360"/>
            <a:ext cx="30175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Laboratory of Advanced Programming – Hackathon Exam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65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Problem statement and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Microservices and event-driven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REST polling and SSE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233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IF-THEN rule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91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dashboard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949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Tools and frameworks 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760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60807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Achievements and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Mars habitat's automation stack has partially failed, leaving devices operating with incompatible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Multiple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sensors, SSE streams, WebSocket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Heterogeneous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Different payload schemas requiring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Immediate response to environmental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Rules-based actuator control for habitat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distributed event-driven platform with unified monitoring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Unified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REST polling + SSE streams normalized to single event 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Event-Driven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RabbitMQ message broker for decoupled microservices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54864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Smart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IF-THEN rules with automatic actuator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40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React SPA with live updates and manual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14575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Microservices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17520" y="150876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polling &amp; SSE streams</a:t>
            </a:r>
            <a:br/>
            <a:r>
              <a:t>Schema normalization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 evaluation</a:t>
            </a:r>
            <a:br/>
            <a:r>
              <a:t>Event-driven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0" y="1508760"/>
            <a:ext cx="7772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Rule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CRUD API for automation</a:t>
            </a:r>
            <a:br/>
            <a:r>
              <a:t>rules persistence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17520" y="3977640"/>
            <a:ext cx="77724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Notification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SSE alerts</a:t>
            </a:r>
            <a:br/>
            <a:r>
              <a:t>Event broadcasting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92240" y="3977640"/>
            <a:ext cx="77724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command execution</a:t>
            </a:r>
            <a:br/>
            <a:r>
              <a:t>Audit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66960" y="397764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Historical queries</a:t>
            </a:r>
            <a:br/>
            <a:r>
              <a:t>In-memory 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Infrastructure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59E0B"/>
                </a:solidFill>
                <a:latin typeface="Segoe UI"/>
              </a:defRPr>
            </a:pPr>
            <a:r>
              <a:t>RabbitMQ Message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AMQP protocol (port 5672)</a:t>
            </a:r>
            <a:br/>
            <a:r>
              <a:t>• Topic exchange: mars_events</a:t>
            </a:r>
            <a:br/>
            <a:r>
              <a:t>• Event-driven pub/sub architecture</a:t>
            </a:r>
            <a:br/>
            <a:r>
              <a:t>• Durable queues with TTL</a:t>
            </a:r>
            <a:br/>
            <a:r>
              <a:t>• Management UI on port 15672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PostgreSQL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 (port 5433)</a:t>
            </a:r>
            <a:br/>
            <a:r>
              <a:t>• automation_rules table</a:t>
            </a:r>
            <a:br/>
            <a:r>
              <a:t>• sensor_readings history</a:t>
            </a:r>
            <a:br/>
            <a:r>
              <a:t>• actuator_commands audit</a:t>
            </a:r>
            <a:br/>
            <a:r>
              <a:t>• Persistent volume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69848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Unified Event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Segoe UI"/>
              </a:defRPr>
            </a:pPr>
            <a:r>
              <a:t>{ event_id, sensor_id, timestamp, metric, value, unit, source, status, raw_schema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All sensor data normalized to a single format • REST polls + SSE streams → unified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Ingestion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REST Sensors (Polling)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greenhouse_temperature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entrance_humidity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05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co2_hall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980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hydroponic_ph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water_tank_level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corridor_pressure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758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air_quality_pm25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air_quality_voc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Telemetry Streams (SSE)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solar_array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life_support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9806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thermal_loop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906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power_consumption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airlock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Normalization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8 different REST schemas + 7 telemetry schemas → Single unified event format</a:t>
            </a:r>
            <a:br/>
            <a:r>
              <a:t>Published to RabbitMQ with routing key: events.sensor.{sensor_id}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Raw Data to JSON (Normalization)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Standardizing Telemetry and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4572000" cy="36576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F4444"/>
                </a:solidFill>
                <a:latin typeface="Segoe UI"/>
              </a:defRPr>
            </a:pPr>
            <a:r>
              <a:t>Raw Telemetry (Varies)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Courier New"/>
              </a:defRPr>
            </a:pPr>
            <a:r>
              <a:t>{</a:t>
            </a:r>
            <a:br/>
            <a:r>
              <a:t>  "sensor": "DHT22",</a:t>
            </a:r>
            <a:br/>
            <a:r>
              <a:t>  "data": {</a:t>
            </a:r>
            <a:br/>
            <a:r>
              <a:t>    "temp": 39.99,</a:t>
            </a:r>
            <a:br/>
            <a:r>
              <a:t>    "flow": 12.0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77840" y="3474720"/>
            <a:ext cx="731520" cy="457200"/>
          </a:xfrm>
          <a:prstGeom prst="rightArrow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36576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Unified Event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83464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FFFFF"/>
                </a:solidFill>
                <a:latin typeface="Courier New"/>
              </a:defRPr>
            </a:pPr>
            <a:r>
              <a:t>{</a:t>
            </a:r>
            <a:br/>
            <a:r>
              <a:t>  "event_id": "evt_101",</a:t>
            </a:r>
            <a:br/>
            <a:r>
              <a:t>  "sensor_id": "thermal_loop",</a:t>
            </a:r>
            <a:br/>
            <a:r>
              <a:t>  "timestamp": "2026-03-10T12:00:00Z",</a:t>
            </a:r>
            <a:br/>
            <a:r>
              <a:t>  "metric": "temperature_c",</a:t>
            </a:r>
            <a:br/>
            <a:r>
              <a:t>  "value": 39.99,</a:t>
            </a:r>
            <a:br/>
            <a:r>
              <a:t>  "unit": "C",</a:t>
            </a:r>
            <a:br/>
            <a:r>
              <a:t>  "source": "sse",</a:t>
            </a:r>
            <a:br/>
            <a:r>
              <a:t>  "status": "warning"</a:t>
            </a:r>
            <a:br/>
            <a: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In-Memory Cache &amp;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FFFFFF"/>
                </a:solidFill>
                <a:latin typeface="Segoe UI"/>
              </a:defRPr>
            </a:pPr>
            <a:r>
              <a:t>Ingestion service maintains the latest values for every sensor, exposed via GET /sensors/latest</a:t>
            </a:r>
            <a:br/>
            <a:r>
              <a:t>to the frontend with real-time updates.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840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Mapping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rest.scalar.v1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direct event (1:1 mapping)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rest.chemistry.v1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593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per measurement in the measurements array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rest.particulate.v1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9867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98678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3 separated events (PM1, PM2.5, PM10)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7997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rest.level.v1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799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3799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2 events (level_pct in % and level_liters in 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topic.power.v1 / environment.v1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7731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73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per metric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6635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topic.thermal_loop.v1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1663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1663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2 events (temperature_c, flow_l_min)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559551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F59E0B"/>
                </a:solidFill>
                <a:latin typeface="Courier New"/>
              </a:defRPr>
            </a:pPr>
            <a:r>
              <a:t>topic.airlock.v1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5595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555955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1 event (last_state encoded as status)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Event-Driven Rule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RabbitMQ</a:t>
            </a:r>
            <a:br/>
            <a:r>
              <a:t>event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23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Extract</a:t>
            </a:r>
            <a:br/>
            <a:r>
              <a:t>sensor_id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09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59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Find rules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95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Check</a:t>
            </a:r>
            <a:br/>
            <a:r>
              <a:t>condition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81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95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Publish</a:t>
            </a:r>
            <a:br/>
            <a:r>
              <a:t>command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IF-THEN Rule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FFFFFF"/>
                </a:solidFill>
                <a:latin typeface="Segoe UI"/>
              </a:defRPr>
            </a:pPr>
            <a:r>
              <a:t>IF &lt;sensor_id&gt; &lt;operator&gt; &lt;value&gt; THEN set &lt;actuator_id&gt; to ON | 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Operators:  &lt;   &lt;=   =   &gt;   &gt;=   •   Example: IF greenhouse_temperature &gt; 28 THEN set cooling_fan to 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 Build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 for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Application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7373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 dashboard with real-time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148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Streaming data visualization with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control and command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971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Create and edit automation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List, enable/disable, delete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94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System health and notification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18288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Real-Time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Server-Sent Events (SSE) for live notifications  •  Aggressive polling for sensor updates</a:t>
            </a:r>
            <a:br/>
            <a:r>
              <a:t>React state management for instant UI feedback  •  Recharts for live data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Sensors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REST sensor monitoring with status indicators</a:t>
            </a:r>
          </a:p>
        </p:txBody>
      </p:sp>
      <p:pic>
        <p:nvPicPr>
          <p:cNvPr id="6" name="Picture 5" descr="01 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Telemetry Streaming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SSE-powered live data visualization</a:t>
            </a:r>
          </a:p>
        </p:txBody>
      </p:sp>
      <p:pic>
        <p:nvPicPr>
          <p:cNvPr id="6" name="Picture 5" descr="02 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Manual control and command history audit trail</a:t>
            </a:r>
          </a:p>
        </p:txBody>
      </p:sp>
      <p:pic>
        <p:nvPicPr>
          <p:cNvPr id="6" name="Picture 5" descr="03 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Create IF-THEN automation rules visually</a:t>
            </a:r>
          </a:p>
        </p:txBody>
      </p:sp>
      <p:pic>
        <p:nvPicPr>
          <p:cNvPr id="6" name="Picture 5" descr="04 rule 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595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Rules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List, toggle, edit, and delete automation rules</a:t>
            </a:r>
          </a:p>
        </p:txBody>
      </p:sp>
      <p:pic>
        <p:nvPicPr>
          <p:cNvPr id="6" name="Picture 5" descr="05 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686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System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Health monitoring and notification center</a:t>
            </a:r>
          </a:p>
        </p:txBody>
      </p:sp>
      <p:pic>
        <p:nvPicPr>
          <p:cNvPr id="6" name="Picture 5" descr="06 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689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automation_rules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10896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(SERIAL 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name,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sensor_id,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threshold_value, threshold_unit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actuator_id, actuator_action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is_active (BOOLEAN)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created_at, 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sensor_readings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103120"/>
            <a:ext cx="310896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 (VARCHAR)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value (DECIMAL)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unit (VARCHAR)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(rest/stream)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recorded_at (TIMESTAMP)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 (TIMESTAMP)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actuator_commands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103120"/>
            <a:ext cx="31089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 (VARCHAR)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previous_state, new_state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(auto/manual)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reason 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rule_id (FK)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executed_at (TIMESTAMP)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IoT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REST API</a:t>
            </a:r>
            <a:br/>
            <a:r>
              <a:t>SSE Streams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Normalize</a:t>
            </a:r>
            <a:br/>
            <a:r>
              <a:t>Events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Route</a:t>
            </a:r>
            <a:br/>
            <a:r>
              <a:t>Events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Process &amp;</a:t>
            </a:r>
            <a:br/>
            <a:r>
              <a:t>Store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92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Display &amp;</a:t>
            </a:r>
            <a:br/>
            <a: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Routing Keys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492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 Events: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events.sensor.{sensor_id}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534924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 Commands: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commands.actuator.{actuator_id}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534924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Notifications: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events.#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FastAPI (Async)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aio-pika (RabbitMQ)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asyncpg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httpx (HTTP Client)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Pydantic (Validation)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Uvicorn (ASGI)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RabbitMQ (AMQP)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Nginx (Reverse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2976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Containerized</a:t>
            </a:r>
            <a:br/>
            <a:r>
              <a:t>Microservices</a:t>
            </a:r>
            <a:br/>
            <a:r>
              <a:t>with</a:t>
            </a:r>
            <a:br/>
            <a:r>
              <a:t>Event-Driven</a:t>
            </a:r>
            <a:br/>
            <a:r>
              <a:t>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Key User Stories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sensor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telemetry from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dashboard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Status indicators (ok/warning)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 filtering by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26517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actuator ON/OFF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Manual actuator toggle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rule-based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Command history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28016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 IF-THEN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all automation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Edit existing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Delete/enable/disable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trigger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1280160"/>
            <a:ext cx="2651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time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Historical data queries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System health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Connectivity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Project Achievements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042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Distributed microservices architecture with event-driven communication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7432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334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monitoring and control of simulated Mars habitat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821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IF-THEN automation rules with automatic actuator 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210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Modern React dashboard with SSE-based live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0599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502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Containerized deployment with Docker Compose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49884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Unified event schema for heterogeneous data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Machine Learning: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394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Predictive maintenance and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Mobile App: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760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Remote monitoring and push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Advanced Alerting: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6126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Email/SMS notifications for critical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D4FF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Laboratory of Advanced Programming – Hackathon Exam 2024/2025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